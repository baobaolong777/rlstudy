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基于 PPO 与 SAC+HER 的机械臂</a:t>
            </a:r>
            <a:br/>
            <a:r>
              <a:t>强化学习对比实验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CC"/>
                </a:solidFill>
              </a:defRPr>
            </a:pPr>
            <a:r>
              <a:t>Panda PickAndPlace 任务 · Franka Panda 机械臂仿真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A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实验背景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DD"/>
                </a:solidFill>
              </a:defRPr>
            </a:pPr>
            <a:r>
              <a:t>▸ 任务环境：Franka Panda 机械臂仿真 (panda_gym + PyBullet)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DD"/>
                </a:solidFill>
              </a:defRPr>
            </a:pPr>
            <a:r>
              <a:t>▸ 技术栈：Stable-Baselines3 · Gymnasium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DD"/>
                </a:solidFill>
              </a:defRPr>
            </a:pPr>
            <a:r>
              <a:t>▸ 核心任务：PandaPickAndPlaceDense-v3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DD"/>
                </a:solidFill>
              </a:defRPr>
            </a:pPr>
            <a:r>
              <a:t>▸ 任务流程：接近物体 → 抓取 → 抬起 → 移动 → 放置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DD"/>
                </a:solidFill>
              </a:defRPr>
            </a:pPr>
            <a:r>
              <a:t>▸ 难点：多阶段复杂度，一步错则整体失败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算法一：PPO (Proximal Policy Optimization)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• On-policy 算法：当前策略采数据 → 更新策略 → 丢弃数据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• 有 rollout buffer（临时存储一批经验），但更新即清空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• 优势：训练稳定，适合单阶段简单任务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• 劣势：样本效率低，多阶段任务表现不佳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</a:defRPr>
            </a:pPr>
            <a:r>
              <a:t>关键：PPO 没有持久化的 replay buffer，无法做 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PPO — PandaReach 训练曲线</a:t>
            </a:r>
          </a:p>
        </p:txBody>
      </p:sp>
      <p:pic>
        <p:nvPicPr>
          <p:cNvPr id="4" name="Picture 3" descr="66fa1378d30f7bc13830dd1067ded3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486400" cy="3874770"/>
          </a:xfrm>
          <a:prstGeom prst="rect">
            <a:avLst/>
          </a:prstGeom>
        </p:spPr>
      </p:pic>
      <p:pic>
        <p:nvPicPr>
          <p:cNvPr id="5" name="Picture 4" descr="a8884ed5a1217ffca92d90c278e2d7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486400" cy="3821753"/>
          </a:xfrm>
          <a:prstGeom prst="rect">
            <a:avLst/>
          </a:prstGeom>
        </p:spPr>
      </p:pic>
      <p:pic>
        <p:nvPicPr>
          <p:cNvPr id="6" name="Picture 5" descr="cf84646c7f3c60738dc8341bcc23fa8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86400" cy="3684998"/>
          </a:xfrm>
          <a:prstGeom prst="rect">
            <a:avLst/>
          </a:prstGeom>
        </p:spPr>
      </p:pic>
      <p:pic>
        <p:nvPicPr>
          <p:cNvPr id="7" name="Picture 6" descr="训练曲线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5486400" cy="22530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AA"/>
                </a:solidFill>
              </a:defRPr>
            </a:pPr>
            <a:r>
              <a:t>PandaReachDense-v3 — PPO 4 万步达到 100% 成功率，单阶段任务表现优异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算法二：SAC + 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029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SAC (Soft Actor-Critic)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• Off-policy 算法，有持久化 replay buffer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• 最大熵框架：在奖励和探索之间取得平衡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• 历史数据可反复使用，样本效率高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05840"/>
            <a:ext cx="5029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HER (Hindsight Experience Replay)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• 将失败轨迹"重标目标"转化为有用经验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• 例：没抓到物体 → 目标改为手的位置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</a:defRPr>
            </a:pPr>
            <a:r>
              <a:t>• 失败 = 下一次学习的正样本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10972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C66"/>
                </a:solidFill>
              </a:defRPr>
            </a:pPr>
            <a:r>
              <a:t>SAC 提供 replay buffer → HER 重标目标 → 失败轨迹变废为宝，两者天然互补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实验结果对比：PPO vs SAC+HER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09728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200400"/>
                <a:gridCol w="32004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SAC+HER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训练总步数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760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100 万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100 轮测试成功率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4% (4/100)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99~100%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平均完成步数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50（全部超时）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8.5 步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最快完成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无一成功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</a:defRPr>
                      </a:pPr>
                      <a:r>
                        <a:t>5 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SAC+HER — 评估曲线 (100 轮测试)</a:t>
            </a:r>
          </a:p>
        </p:txBody>
      </p:sp>
      <p:pic>
        <p:nvPicPr>
          <p:cNvPr id="4" name="Picture 3" descr="09bc5469299131d4fc954b1dd36f6d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486400" cy="2017726"/>
          </a:xfrm>
          <a:prstGeom prst="rect">
            <a:avLst/>
          </a:prstGeom>
        </p:spPr>
      </p:pic>
      <p:pic>
        <p:nvPicPr>
          <p:cNvPr id="5" name="Picture 4" descr="09ebe14fa9615ec77f6585c0608621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486400" cy="2934299"/>
          </a:xfrm>
          <a:prstGeom prst="rect">
            <a:avLst/>
          </a:prstGeom>
        </p:spPr>
      </p:pic>
      <p:pic>
        <p:nvPicPr>
          <p:cNvPr id="6" name="Picture 5" descr="59d5b45f5efed7c0d6e0c6b5b95b2f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486400" cy="2960422"/>
          </a:xfrm>
          <a:prstGeom prst="rect">
            <a:avLst/>
          </a:prstGeom>
        </p:spPr>
      </p:pic>
      <p:pic>
        <p:nvPicPr>
          <p:cNvPr id="7" name="Picture 6" descr="cbe012e68294c8e1acfb801d606c9f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5486400" cy="29161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AA"/>
                </a:solidFill>
              </a:defRPr>
            </a:pPr>
            <a:r>
              <a:t>100 轮评估：成功率 100%，平均 8.5 步完成，5 步即可成功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PPO 为什么在 PickAndPlace 上失败？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1051560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</a:defRPr>
            </a:pPr>
            <a:r>
              <a:t>On-policy 本质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失败轨迹采集完就丢弃，无法反复利用。与 off-policy 不同，PPO 没有持久化的 replay buffer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39"/>
            <a:ext cx="109728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377439"/>
            <a:ext cx="1051560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23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</a:defRPr>
            </a:pPr>
            <a:r>
              <a:t>多阶段任务的困境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88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接近→抓→抬→移→放，5 个环节每步都可能失败，整体成功率=各环节成功率乘积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109728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1051560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703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</a:defRPr>
            </a:pPr>
            <a:r>
              <a:t>稀疏正面信号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69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在 760 万步训练中，完整成功的轨迹极少，策略几乎学不到"怎么做才对"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37759"/>
            <a:ext cx="109728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937759"/>
            <a:ext cx="1051560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9834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</a:defRPr>
            </a:pPr>
            <a:r>
              <a:t>结论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PPO 理论上可能学会，但需要 5000 万步以上，代价远超实际需求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PPO — PandaPickAndPlace 训练曲线</a:t>
            </a:r>
          </a:p>
        </p:txBody>
      </p:sp>
      <p:pic>
        <p:nvPicPr>
          <p:cNvPr id="4" name="Picture 3" descr="8690929472d650ef4562661878cdc4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669280" cy="1745112"/>
          </a:xfrm>
          <a:prstGeom prst="rect">
            <a:avLst/>
          </a:prstGeom>
        </p:spPr>
      </p:pic>
      <p:pic>
        <p:nvPicPr>
          <p:cNvPr id="5" name="Picture 4" descr="b861f2f26ef619bfd02dcb2d180747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22960"/>
            <a:ext cx="5669280" cy="3657085"/>
          </a:xfrm>
          <a:prstGeom prst="rect">
            <a:avLst/>
          </a:prstGeom>
        </p:spPr>
      </p:pic>
      <p:pic>
        <p:nvPicPr>
          <p:cNvPr id="6" name="Picture 5" descr="dc398dbe04db115277e63eef7e7bd6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669280" cy="3677168"/>
          </a:xfrm>
          <a:prstGeom prst="rect">
            <a:avLst/>
          </a:prstGeom>
        </p:spPr>
      </p:pic>
      <p:pic>
        <p:nvPicPr>
          <p:cNvPr id="7" name="Picture 6" descr="fc42f661c07dc4f34ce9182b29781a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657600"/>
            <a:ext cx="5669280" cy="35750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AA"/>
                </a:solidFill>
              </a:defRPr>
            </a:pPr>
            <a:r>
              <a:t>760 万步训练 — 成功率仅 4%，50 步全部超时 — On-policy 不适合多阶段任务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SAC+HER 为什么成功？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" cy="91440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1051560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C66"/>
                </a:solidFill>
              </a:defRPr>
            </a:pPr>
            <a:r>
              <a:t>持久化 Replay Buffer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SAC 的 replay buffer 保存所有历史轨迹（含失败的），可反复回放学习</a:t>
            </a:r>
            <a:br/>
            <a:r>
              <a:t>新旧数据融合，样本效率远超 on-policy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39"/>
            <a:ext cx="109728" cy="91440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377439"/>
            <a:ext cx="1051560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23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C66"/>
                </a:solidFill>
              </a:defRPr>
            </a:pPr>
            <a:r>
              <a:t>HER 重标目标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88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把没抓到的轨迹 → 目标改成手的位置 → 就变成了"差一点就成功"的正样本</a:t>
            </a:r>
            <a:br/>
            <a:r>
              <a:t>失败不再是浪费，而是下一次学习的基础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109728" cy="91440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57600"/>
            <a:ext cx="1051560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703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C66"/>
                </a:solidFill>
              </a:defRPr>
            </a:pPr>
            <a:r>
              <a:t>样本效率对比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69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40 万步 → 87% 成功率</a:t>
            </a:r>
            <a:br/>
            <a:r>
              <a:t>100 万步 → 99~100% 成功率</a:t>
            </a:r>
            <a:br/>
            <a:r>
              <a:t>而 PPO 760 万步仅 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37759"/>
            <a:ext cx="109728" cy="91440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937759"/>
            <a:ext cx="1051560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9834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C66"/>
                </a:solidFill>
              </a:defRPr>
            </a:pPr>
            <a:r>
              <a:t>结论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349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Off-policy + HER 天然适合多阶段任务，是近三年 RL 领域的重要成果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演示视频对比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SAC+HER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Reach (PPO)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PickAndPlace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❌ 10轮全失败</a:t>
                      </a:r>
                    </a:p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50步超时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✅ 10轮全成功</a:t>
                      </a:r>
                    </a:p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平均8步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✅ 10轮全成功</a:t>
                      </a:r>
                    </a:p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最快1步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视频文件路径（PPT 中插入 → 视频 → 此设备）：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• demo/reach_demo/ — Reach PPO 成功（1-2步完成）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• demo/ppo_pickandplace_demo/ — PPO PickAndPlace 全部失败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• demo/sac_her_demo/ — SAC+HER PickAndPlace 全部成功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9728" cy="13716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914400"/>
            <a:ext cx="1051560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005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6C00"/>
                </a:solidFill>
              </a:defRPr>
            </a:pPr>
            <a:r>
              <a:t>PPO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17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单阶段任务（Reach）表现优异，100% 成功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多阶段任务（PickAndPlace）样本效率严重不足，仅 4% ❌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09728" cy="137160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560320"/>
            <a:ext cx="1051560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C66"/>
                </a:solidFill>
              </a:defRPr>
            </a:pPr>
            <a:r>
              <a:t>SAC+HER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Off-policy + 失败重标目标，天然适合多阶段复杂任务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290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100 万步达 99% 成功率，样本效率远超 PPO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109728" cy="13716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206240"/>
            <a:ext cx="1051560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297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实验结论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70915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算法选择应匹配任务特性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0749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</a:defRPr>
            </a:pPr>
            <a:r>
              <a:t>HER 是近三年解决稀疏奖励 / 多阶段问题的重要突破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217920"/>
            <a:ext cx="10972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HER 论文：Hindsight Experience Replay (Andrychowicz et al., 2017)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